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中美岩馆数量对比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岩馆数量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中国</c:v>
                </c:pt>
                <c:pt idx="1">
                  <c:v>美国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811</c:v>
                </c:pt>
                <c:pt idx="1">
                  <c:v>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3366"/>
                </a:solidFill>
              </a:defRPr>
            </a:pPr>
            <a:r>
              <a:t>攀岩运动市场发展前景分析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808080"/>
                </a:solidFill>
              </a:defRPr>
            </a:pPr>
            <a:r>
              <a:t>攀岩馆发展现状及前景研究报告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2026年3月  |  数据来源: 中国登山协会、数说故事、行业研报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报告目录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执行摘要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核心发现与关键结论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391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7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市场发展历程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860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中国与美国发展对比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334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0603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行业现状分析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80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市场规模与增长数据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154679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278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0039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商业模式解析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747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营收结构与单店模型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749039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22191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9475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竞争格局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69079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主要品牌与资本动态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3891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用户画像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663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消费行为与特征分析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010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983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产业链分析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257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上中下游全景梳理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553212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6052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577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前景与机会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852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五大增长机会点</a:t>
            </a:r>
          </a:p>
        </p:txBody>
      </p:sp>
      <p:sp>
        <p:nvSpPr>
          <p:cNvPr id="36" name="Oval 35"/>
          <p:cNvSpPr/>
          <p:nvPr/>
        </p:nvSpPr>
        <p:spPr>
          <a:xfrm>
            <a:off x="731520" y="612648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199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6172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风险提示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投资建议与风险提示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核心发现：中美市场对比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E6F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🇨🇳 中国市场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发展阶段: 爆发期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岩馆数量: 811家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B050"/>
                </a:solidFill>
              </a:defRPr>
            </a:pPr>
            <a:r>
              <a:t>同比增速: +27.5%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⚠️ 市场规模: 数据缺失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486400" cy="2560320"/>
          </a:xfrm>
          <a:prstGeom prst="roundRect">
            <a:avLst/>
          </a:prstGeom>
          <a:solidFill>
            <a:srgbClr val="FFF5E6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7F27"/>
                </a:solidFill>
              </a:defRPr>
            </a:pPr>
            <a:r>
              <a:t>🇺🇸 美国市场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发展阶段: 成熟期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市场规模: 31亿美元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51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B050"/>
                </a:solidFill>
              </a:defRPr>
            </a:pPr>
            <a:r>
              <a:t>CAGR: 10.5%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2030预测: 57亿美元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731520" y="3931920"/>
          <a:ext cx="50292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00800" y="4114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💡 关键结论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/>
            </a:pPr>
            <a:r>
              <a:t>• 中国数量领先，增速更快(27.5%)</a:t>
            </a:r>
          </a:p>
          <a:p>
            <a:pPr>
              <a:spcAft>
                <a:spcPts val="1200"/>
              </a:spcAft>
              <a:defRPr sz="1400"/>
            </a:pPr>
            <a:r>
              <a:t>• 美国规模领先，发展成熟</a:t>
            </a:r>
          </a:p>
          <a:p>
            <a:pPr>
              <a:spcAft>
                <a:spcPts val="1200"/>
              </a:spcAft>
              <a:defRPr sz="1400"/>
            </a:pPr>
            <a:r>
              <a:t>• 中国市场数据披露不足</a:t>
            </a:r>
          </a:p>
          <a:p>
            <a:pPr>
              <a:spcAft>
                <a:spcPts val="1200"/>
              </a:spcAft>
              <a:defRPr sz="1400"/>
            </a:pPr>
            <a:r>
              <a:t>• 两者处于不同发展阶段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