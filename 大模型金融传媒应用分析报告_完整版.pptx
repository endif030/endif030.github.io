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3366"/>
                </a:solidFill>
              </a:defRPr>
            </a:pPr>
            <a:r>
              <a:t>大模型在金融/传媒行业的应用情况及趋势分析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08080"/>
                </a:solidFill>
              </a:defRPr>
            </a:pPr>
            <a:r>
              <a:t>基于专家访谈与行业研究的综合分析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资料: 科大讯飞专家访谈(2023.11) + 艾瑞研究院报告(2024.1) + 厂商调研(2024.1)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核心发现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5760720" cy="2743200"/>
          </a:xfrm>
          <a:prstGeom prst="roundRect">
            <a:avLst/>
          </a:prstGeom>
          <a:solidFill>
            <a:srgbClr val="E6F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金融行业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• 落地最快: 人保/交行已发布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• 场景: 智能客服/投研/风控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• 效果: 90-95%问题模型处理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097280"/>
            <a:ext cx="5760720" cy="2743200"/>
          </a:xfrm>
          <a:prstGeom prst="roundRect">
            <a:avLst/>
          </a:prstGeom>
          <a:solidFill>
            <a:srgbClr val="FFF5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234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7F27"/>
                </a:solidFill>
              </a:defRPr>
            </a:pPr>
            <a:r>
              <a:t>传媒行业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• 核心: 语音识别+文本生成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1031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• 场景: 采编/制作/审核/分发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468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• 覆盖: 策采编审发运全流程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4114800"/>
            <a:ext cx="11612880" cy="1828800"/>
          </a:xfrm>
          <a:prstGeom prst="roundRect">
            <a:avLst/>
          </a:prstGeom>
          <a:solidFill>
            <a:srgbClr val="FFFA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251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7F27"/>
                </a:solidFill>
              </a:defRPr>
            </a:pPr>
            <a:r>
              <a:t>专家访谈核心观点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663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1+N战略: 通用底座+行业大模型 | 人保6月签约→11月发布 | 拼的是行业数据+私有化能力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217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数据来源: 科大讯飞专家访谈(2023.11)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金融行业三大应用场景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3749039" cy="4114800"/>
          </a:xfrm>
          <a:prstGeom prst="round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234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前台: 智能客服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173736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90-95%过滤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29260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案例: 人保聪明保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097280"/>
            <a:ext cx="3749039" cy="4114800"/>
          </a:xfrm>
          <a:prstGeom prst="round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234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中台: 投研分析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73736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精准获客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9260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案例: 交行投研系统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097280"/>
            <a:ext cx="3749039" cy="4114800"/>
          </a:xfrm>
          <a:prstGeom prst="round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234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后台: 风控决策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173736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降低风险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9260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案例: 多家银行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539496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标杆: 人保(6月签约→11月发布) | 交行(7月启动→前台落地→年底投研)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217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数据来源: 科大讯飞专家访谈(2023.11)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7F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传媒行业六大应用场景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3749039" cy="2103120"/>
          </a:xfrm>
          <a:prstGeom prst="round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325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选题策划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173736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市场趋势分析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188720"/>
            <a:ext cx="3749039" cy="2103120"/>
          </a:xfrm>
          <a:prstGeom prst="round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325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信息采编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73736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自动收集提取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188720"/>
            <a:ext cx="3749039" cy="2103120"/>
          </a:xfrm>
          <a:prstGeom prst="round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200" y="1325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内容制作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173736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文案多媒体生成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657600"/>
            <a:ext cx="3749039" cy="2103120"/>
          </a:xfrm>
          <a:prstGeom prst="round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37947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内容审核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420624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智能敏感识别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3657600"/>
            <a:ext cx="3749039" cy="2103120"/>
          </a:xfrm>
          <a:prstGeom prst="round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37947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播报分发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420624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智能推荐分发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3657600"/>
            <a:ext cx="3749039" cy="2103120"/>
          </a:xfrm>
          <a:prstGeom prst="round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8200" y="37947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用户运营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420624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互动精准推送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217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数据来源: 艾瑞咨询-电信研究院报告(2024.1)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媒体大模型厂商功能覆盖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互联网: 字节/华为/阿里云/新华三 - 侧重采编制作播报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600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科研院所: 中科院/电科太极 - 侧重审核运营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011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AI企业: 商汤(CV)/讯飞(ASR)/拓尔思(NLP)/中科闻歌 - 侧重制作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423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主流媒体: 人民网/新华网/央视 - 侧重创作审核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017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366"/>
                </a:solidFill>
              </a:defRPr>
            </a:pPr>
            <a:r>
              <a:t>覆盖最全面: 中科闻歌雅意(9项) | 讯飞: 语音识别 | 商汤: 计算机视觉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474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人民网×百度文心: 摘要可用率提升7% | 阿里云AI妙笔: 覆盖时政/评论/视频脚本/公文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17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数据来源: 媒体大模型功能覆盖调研表(2024.1) + 艾瑞报告(2024.1)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落地挑战与2024-2025趋势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5760720" cy="4846320"/>
          </a:xfrm>
          <a:prstGeom prst="roundRect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7F27"/>
                </a:solidFill>
              </a:defRPr>
            </a:pPr>
            <a:r>
              <a:t>核心挑战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1. 专业知识学习: 构建行业知识库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2. 数据隐私: 私有化部署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9184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3. 业务打通: 对接核心系统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6908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4. 效果评估: 全面测试集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4632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5. 标注成本: 人工标注检验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097280"/>
            <a:ext cx="5760720" cy="4846320"/>
          </a:xfrm>
          <a:prstGeom prst="roundRect">
            <a:avLst/>
          </a:prstGeom>
          <a:solidFill>
            <a:srgbClr val="F0FF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234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050"/>
                </a:solidFill>
              </a:defRPr>
            </a:pPr>
            <a:r>
              <a:t>2024-2025趋势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73736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1. 1+N战略深化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51460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2. 私有化部署主流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29184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3. 端到端解决方案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06908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4. 多模态融合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84632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5. 智媒体转型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217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数据来源: 综合分析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0" b="1">
                <a:solidFill>
                  <a:srgbClr val="FFFFFF"/>
                </a:solidFill>
              </a:defRPr>
            </a:pPr>
            <a:r>
              <a:t>谢谢观看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资料来源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科大讯飞专家访谈(2023.11) [私密资料]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艾瑞咨询-电信研究院报告(2024.1)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媒体大模型厂商功能覆盖调研(2024.1)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