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3366"/>
                </a:solidFill>
              </a:defRPr>
            </a:pPr>
            <a:r>
              <a:t>大模型在金融/传媒行业的应用情况及趋势分析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08080"/>
                </a:solidFill>
              </a:defRPr>
            </a:pPr>
            <a:r>
              <a:t>基于专家访谈与行业研究的综合分析报告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📊 研究方法: 专家访谈 + 桌面研究 + 最新行业资料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🏦 金融行业: 银行/保险/证券落地案例深度分析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📺 传媒行业: 内容生产/智能审核/数字人应用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🔮 趋势展望: 2024-2025年发展方向与机会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资料时间跨度: 2023-2025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研究背景与方法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专家访谈 + 桌面研究 + 厂商调研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大模型技术演进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从通用到行业的1+N战略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163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金融行业应用深度解析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108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银行/保险/证券落地案例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传媒行业应用全景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94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内容生产/审核/数字人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主流厂商竞争力分析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13家厂商功能覆盖对比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73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落地挑战与解决方案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数据隐私/私有化部署/效果评估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59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2024-2025趋势展望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852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发展方向与投资机会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📚 核心资料来源: 科大讯飞专家访谈(2023.11) + 媒体大模型厂商调研(2024.1) + 公开行业报告(2024-2025)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292608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🏦 金融行业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落地速度: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金融&gt;教育&gt;汽车&gt;政务&gt;医疗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专家访谈确认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核心场景: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智能客服/投研分析/风控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人保/交行已落地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部署模式: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私有化为主(数据安全)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星火一体机方案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效果评估: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90-95%问题由模型过滤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降本增效显著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097280"/>
            <a:ext cx="5760720" cy="292608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📺 传媒行业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核心能力: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语音识别+文本生成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讯飞媒体大模型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应用场景: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会议转写/新闻撰写/摘要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创作效率提升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覆盖环节: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采编→制作→审核→分发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全链条渗透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数字人: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AI主播/虚拟主持人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多厂商布局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06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💡 关键洞察: 行业落地拼的不是通用模型能力，而是行业数据储备+龙头合作伙伴+私有化部署能力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663440"/>
            <a:ext cx="11612880" cy="1371600"/>
          </a:xfrm>
          <a:prstGeom prst="roundRect">
            <a:avLst/>
          </a:prstGeom>
          <a:solidFill>
            <a:srgbClr val="FFFAF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⭐ 专家访谈核心观点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1+N战略: 1个通用大模型底座 + N个行业大模型(金融/教育/汽车/政务/医疗/媒体)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金融落地最快: 人保(6月签约→10月交付→11月发布)、交行(7月启动)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52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媒体核心能力: 语音识别+会议转写+新闻撰写+智能摘要，帮助记者生成初稿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科大讯飞专家访谈(2023.11) + 公开行业报告(2024-2025)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