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中国岩馆数量增长趋势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岩馆数量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2020年</c:v>
                </c:pt>
                <c:pt idx="1">
                  <c:v>2022年</c:v>
                </c:pt>
                <c:pt idx="2">
                  <c:v>2023年</c:v>
                </c:pt>
                <c:pt idx="3">
                  <c:v>2024年</c:v>
                </c:pt>
                <c:pt idx="4">
                  <c:v>2025年1月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400</c:v>
                </c:pt>
                <c:pt idx="1">
                  <c:v>485</c:v>
                </c:pt>
                <c:pt idx="2">
                  <c:v>636</c:v>
                </c:pt>
                <c:pt idx="3">
                  <c:v>700</c:v>
                </c:pt>
                <c:pt idx="4">
                  <c:v>811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主要城市岩馆数量TOP6 (估算)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岩馆数量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上海</c:v>
                </c:pt>
                <c:pt idx="1">
                  <c:v>北京</c:v>
                </c:pt>
                <c:pt idx="2">
                  <c:v>深圳</c:v>
                </c:pt>
                <c:pt idx="3">
                  <c:v>成都</c:v>
                </c:pt>
                <c:pt idx="4">
                  <c:v>杭州</c:v>
                </c:pt>
                <c:pt idx="5">
                  <c:v>广州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65</c:v>
                </c:pt>
                <c:pt idx="1">
                  <c:v>30</c:v>
                </c:pt>
                <c:pt idx="2">
                  <c:v>25</c:v>
                </c:pt>
                <c:pt idx="3">
                  <c:v>20</c:v>
                </c:pt>
                <c:pt idx="4">
                  <c:v>18</c:v>
                </c:pt>
                <c:pt idx="5">
                  <c:v>15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3716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3366"/>
                </a:solidFill>
              </a:defRPr>
            </a:pPr>
            <a:r>
              <a:t>攀岩运动市场发展前景分析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08080"/>
                </a:solidFill>
              </a:defRPr>
            </a:pPr>
            <a:r>
              <a:t>攀岩馆发展现状及前景研究报告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📊 研究范围: 中国 &amp; 美国市场对比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66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📈 核心数据: 811家岩馆 | 31亿美元市场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🎯 深度分析: 商业模式 | 竞争格局 | 用户画像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💡 投资建议: 五大增长机会 &amp; 风险提示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2026年3月  |  数据来源: 中国登山协会、数说故事、行业研报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报告目录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447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执行摘要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37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核心发现与关键结论 | 中美市场对比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391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116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市场发展历程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317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中国三阶段发展 | 美国成熟市场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56032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334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606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行业现状分析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2607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811家岩馆 | 城市分布 | 增长趋势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154679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2278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20039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商业模式解析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52043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营收结构 | 单店模型 | 回本分析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3749039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82219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7947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竞争格局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114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主要品牌 | 资本动态 | 竞争特征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434340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4165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用户画像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709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25-35岁白领 | 消费行为 | 青少年市场</a:t>
            </a:r>
          </a:p>
        </p:txBody>
      </p:sp>
      <p:sp>
        <p:nvSpPr>
          <p:cNvPr id="28" name="Oval 27"/>
          <p:cNvSpPr/>
          <p:nvPr/>
        </p:nvSpPr>
        <p:spPr>
          <a:xfrm>
            <a:off x="731520" y="493776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0109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983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产业链分析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303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上游供应链 | 中游运营 | 下游消费</a:t>
            </a:r>
          </a:p>
        </p:txBody>
      </p:sp>
      <p:sp>
        <p:nvSpPr>
          <p:cNvPr id="32" name="Oval 31"/>
          <p:cNvSpPr/>
          <p:nvPr/>
        </p:nvSpPr>
        <p:spPr>
          <a:xfrm>
            <a:off x="731520" y="553212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6052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577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前景与机会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897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五大增长机会 | 市场规模预测</a:t>
            </a:r>
          </a:p>
        </p:txBody>
      </p:sp>
      <p:sp>
        <p:nvSpPr>
          <p:cNvPr id="36" name="Oval 35"/>
          <p:cNvSpPr/>
          <p:nvPr/>
        </p:nvSpPr>
        <p:spPr>
          <a:xfrm>
            <a:off x="731520" y="612648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6172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风险提示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五大风险 | 投资建议 | 数据缺口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核心发现：中美市场对比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5760720" cy="4846320"/>
          </a:xfrm>
          <a:prstGeom prst="roundRect">
            <a:avLst/>
          </a:prstGeom>
          <a:solidFill>
            <a:srgbClr val="E6F0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0C0"/>
                </a:solidFill>
              </a:defRPr>
            </a:pPr>
            <a:r>
              <a:t>🇨🇳 中国市场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发展阶段: 爆发期 (高速增长)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岩馆数量: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811家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050"/>
                </a:solidFill>
              </a:defRPr>
            </a:pPr>
            <a:r>
              <a:t>+27.5% YoY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市场增速: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15-20%(估算)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050"/>
                </a:solidFill>
              </a:defRPr>
            </a:pPr>
            <a:r>
              <a:t>高速增长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女性占比: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49.4%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050"/>
                </a:solidFill>
              </a:defRPr>
            </a:pPr>
            <a:r>
              <a:t>接近男性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009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主力用户: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3009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25-35岁白领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3009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050"/>
                </a:solidFill>
              </a:defRPr>
            </a:pPr>
            <a:r>
              <a:t>高学历群体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⚠️ 市场规模: 暂无权威统计数据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06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📈 增长驱动: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26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奥运红利 + 社交媒体破圈 + 消费升级 + 政策扶持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1097280"/>
            <a:ext cx="5760720" cy="4846320"/>
          </a:xfrm>
          <a:prstGeom prst="roundRect">
            <a:avLst/>
          </a:prstGeom>
          <a:solidFill>
            <a:srgbClr val="FFF5E6"/>
          </a:solidFill>
          <a:ln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234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7F27"/>
                </a:solidFill>
              </a:defRPr>
            </a:pPr>
            <a:r>
              <a:t>🇺🇸 美国市场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发展阶段: 成熟期 (稳健增长)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市场规模: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31亿美元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7F27"/>
                </a:solidFill>
              </a:defRPr>
            </a:pPr>
            <a:r>
              <a:t>2024年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CAGR: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10.5%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7F27"/>
                </a:solidFill>
              </a:defRPr>
            </a:pPr>
            <a:r>
              <a:t>2024-2030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2030预测: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57亿美元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7F27"/>
                </a:solidFill>
              </a:defRPr>
            </a:pPr>
            <a:r>
              <a:t>+84%增长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3009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全球占比: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33009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~37%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33009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7F27"/>
                </a:solidFill>
              </a:defRPr>
            </a:pPr>
            <a:r>
              <a:t>最大单一市场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⚠️ 详细数据: 暂未找到用户画像等数据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206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📊 市场特征: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4526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消费习惯成熟 | 连锁化程度高 | 行业整合中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59893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💡 关键结论: 中国数量领先增速快，美国规模领先发展成熟，两者处于不同发展阶段，中国市场增长潜力更大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数据来源: 《2024中国攀岩行业发展报告》、Strategic Market Research、IMARC Group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中国市场发展历程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143000"/>
          <a:ext cx="68580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98079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📊 关键数据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600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2020年: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1600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</a:defRPr>
            </a:pPr>
            <a:r>
              <a:t>400家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1600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首次入奥前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011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2023年: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011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</a:defRPr>
            </a:pPr>
            <a:r>
              <a:t>636家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2011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+31% 同比增长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423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2025年1月: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423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</a:defRPr>
            </a:pPr>
            <a:r>
              <a:t>811家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2423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+27.5% 同比增长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834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5年累计增长: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834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</a:defRPr>
            </a:pPr>
            <a:r>
              <a:t>+102.8%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2834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翻倍以上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📈 发展阶段划分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3840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【萌芽期 1987-2015】小众专业运动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206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【成长期 2016-2020】入奥推动认知提升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45720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【爆发期 2021至今】奥运效应+社交媒体破圈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983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7F27"/>
                </a:solidFill>
              </a:defRPr>
            </a:pPr>
            <a:r>
              <a:t>🏆 关键里程碑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534924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2016年: 国际奥委会宣布攀岩入奥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569671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2020年: 东京奥运会首次设攀岩项目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044183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2024年: 巴黎奥运中国选手夺银，关注度飙升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数据来源: 《2023中国攀岩行业分析报告》、《2024中国攀岩行业发展报告》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中国岩馆城市分布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143000"/>
          <a:ext cx="59436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🏙️ 城市分布特征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0C0"/>
                </a:solidFill>
              </a:defRPr>
            </a:pPr>
            <a:r>
              <a:t>一线城市: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645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密度最高，竞争激烈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659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上海65家、北京30家领跑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423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0C0"/>
                </a:solidFill>
              </a:defRPr>
            </a:pPr>
            <a:r>
              <a:t>新一线城市: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423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增速最快，机会显著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7432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成都、武汉、西安增长快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0C0"/>
                </a:solidFill>
              </a:defRPr>
            </a:pPr>
            <a:r>
              <a:t>区域分布: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华东华南为主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5204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上海、杭州、深圳密集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9776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0C0"/>
                </a:solidFill>
              </a:defRPr>
            </a:pPr>
            <a:r>
              <a:t>西部崛起: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9776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成都、西安表现亮眼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297679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二三线城市渗透率提升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029200"/>
            <a:ext cx="11430000" cy="1005840"/>
          </a:xfrm>
          <a:prstGeom prst="roundRect">
            <a:avLst/>
          </a:prstGeom>
          <a:solidFill>
            <a:srgbClr val="F0F8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166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📈 全国数据汇总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</a:defRPr>
            </a:pPr>
            <a:r>
              <a:t>全国总计: 811家  |  同比增长: +27.5% (+175家)  |  综合馆占比: 72%  |  配备训练板: 41%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数据来源: 《2024中国攀岩行业发展报告》、岩点媒体、企查查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