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2025年1月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/>
            </a:pPr>
            <a:r>
              <a:t>主要城市岩馆数量TOP6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/>
            </a:pPr>
            <a:r>
              <a:t>营收结构占比 (估算)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投资占比(%)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主要品牌门店数量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岩舞空间</c:v>
                </c:pt>
                <c:pt idx="1">
                  <c:v>香蕉攀岩</c:v>
                </c:pt>
                <c:pt idx="2">
                  <c:v>奥攀</c:v>
                </c:pt>
                <c:pt idx="3">
                  <c:v>蓝天</c:v>
                </c:pt>
                <c:pt idx="4">
                  <c:v>熊猫</c:v>
                </c:pt>
                <c:pt idx="5">
                  <c:v>Rockplus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性别分布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性别比例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49.4</c:v>
                </c:pt>
                <c:pt idx="1">
                  <c:v>50.6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📊 研究范围: 中国 &amp; 美国市场对比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📈 核心数据: 811家岩馆 | 31亿美元市场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🎯 深度分析: 商业模式 | 竞争格局 | 用户画像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</a:defRPr>
            </a:pPr>
            <a:r>
              <a:t>💡 投资建议: 五大增长机会 &amp; 风险提示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核心发现与关键结论 | 中美市场对比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中国三阶段发展 | 美国成熟市场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260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811家岩馆 | 城市分布 | 增长趋势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204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营收结构 | 单店模型 | 回本分析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主要品牌 | 资本动态 | 竞争特征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165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25-35岁白领 | 消费行为 | 青少年市场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03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上游供应链 | 中游运营 | 下游消费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五大增长机会 | 市场规模预测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199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五大风险 | 投资建议 | 数据缺口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760720" cy="4846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爆发期 (高速增长)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岩馆数量: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811家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+27.5% YoY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市场增速: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15-20%(估算)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高速增长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女性占比: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49.4%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接近男性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主力用户: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25-35岁白领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050"/>
                </a:solidFill>
              </a:defRPr>
            </a:pPr>
            <a:r>
              <a:t>高学历群体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市场规模: 暂无权威统计数据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📈 增长驱动: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奥运红利 + 社交媒体破圈 + 消费升级 + 政策扶持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097280"/>
            <a:ext cx="5760720" cy="4846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发展阶段: 成熟期 (稳健增长)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市场规模: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31亿美元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CAGR: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10.5%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532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2024-2030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2030预测: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57亿美元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+84%增长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全球占比: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</a:defRPr>
            </a:pPr>
            <a:r>
              <a:t>~37%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33009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7F27"/>
                </a:solidFill>
              </a:defRPr>
            </a:pPr>
            <a:r>
              <a:t>最大单一市场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⚠️ 详细数据: 暂未找到用户画像等数据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📊 市场特征: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消费习惯成熟 | 连锁化程度高 | 行业整合中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9893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关键结论: 中国数量领先增速快，美国规模领先发展成熟，两者处于不同发展阶段，中国市场增长潜力更大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《2024中国攀岩行业发展报告》、Strategic Market Research、IMARC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68580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📊 关键数据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2020年: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400家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首次入奥前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2023年: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636家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+31% 同比增长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2025年1月: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811家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423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+27.5% 同比增长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5年累计增长: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</a:defRPr>
            </a:pPr>
            <a:r>
              <a:t>+102.8%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翻倍以上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474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发展阶段划分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【萌芽期 1987-2015】小众专业运动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【成长期 2016-2020】入奥推动认知提升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【爆发期 2021至今】奥运效应+社交媒体破圈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🏆 关键里程碑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3492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2016年: 国际奥委会宣布攀岩入奥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96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2020年: 东京奥运会首次设攀岩项目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044183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2024年: 巴黎奥运中国选手夺银，关注度飙升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🏙️ 城市分布特征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一线城市: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密度最高，竞争激烈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上海65家、北京30家领跑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新一线城市: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增速最快，机会显著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成都、武汉、西安增长快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区域分布: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华东华南为主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上海、杭州、深圳密集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0C0"/>
                </a:solidFill>
              </a:defRPr>
            </a:pPr>
            <a:r>
              <a:t>西部崛起: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成都、西安表现亮眼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7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二三线城市渗透率提升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029200"/>
            <a:ext cx="11430000" cy="100584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📈 全国数据汇总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全国总计: 811家  |  同比增长: +27.5% (+175家)  |  综合馆占比: 72%  |  配备训练板: 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《2024中国攀岩行业发展报告》、岩点媒体、企查查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💰 价格体系详解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单次体验: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尝鲜用户首选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10次卡: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039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039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占比36%(下降)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月卡: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780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78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稳定用户首选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年卡: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9169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9169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忠实用户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青少年课时: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355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200-500元/节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高价值赛道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企业团建: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F27"/>
                </a:solidFill>
              </a:defRPr>
            </a:pPr>
            <a:r>
              <a:t>5000-20000元/场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B端高客单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366"/>
                </a:solidFill>
              </a:defRPr>
            </a:pPr>
            <a:r>
              <a:t>📊 会员卡销售趋势变化 (2023→2024)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单次卡: 20% → 29% (↑ 尝鲜用户增多)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9377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10次卡: 45% → 36% (↓ 消费习惯改变)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25779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年卡: 占比略有下降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57800"/>
            <a:ext cx="5486400" cy="96012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《2024中国攀岩行业发展报告》、36氪、21经济网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4864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📋 投资明细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场地租赁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60020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30-100万/年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20-30%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84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岩壁建设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9842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50-150万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842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30-40%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6829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装修改造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682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36829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7523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岩点采购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7523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10-30万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7523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36391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设备设施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136391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10-20万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36391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5-10%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52043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流动资金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39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0C0"/>
                </a:solidFill>
              </a:defRPr>
            </a:pPr>
            <a:r>
              <a:t>20-50万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520439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10-15%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4389120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44805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高续费率50%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047488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513892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1389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84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普遍水平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5705855"/>
            <a:ext cx="5303520" cy="594360"/>
          </a:xfrm>
          <a:prstGeom prst="roundRect">
            <a:avLst/>
          </a:prstGeom>
          <a:solidFill>
            <a:srgbClr val="F5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579729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风险项目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79729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5年+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8430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位置/运营不佳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运营(社群粘性) + 差异化竞争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21经济网、36氪、行业访谈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主要连锁品牌竞争格局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🏆 品牌特色详解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香蕉攀岩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17家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全国连锁龙头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覆盖北上广深+新一线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奥攀体育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31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9家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31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专注青少年培训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续费率50%，回本2年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蓝天攀岩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8家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华南区域龙头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101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广州市场领导者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熊猫攀岩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5家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商场店模式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与大型商场深度合作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岩舞空间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3891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20+家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加盟连锁模式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817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快速扩张，品牌输出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0C0"/>
                </a:solidFill>
              </a:defRPr>
            </a:pPr>
            <a:r>
              <a:t>我攀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0749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F27"/>
                </a:solidFill>
              </a:defRPr>
            </a:pPr>
            <a:r>
              <a:t>1家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074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王石+周鸿祎投资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3675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高端会员制，近千万元融资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📊 竞争格局特征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市场高度分散: CR5估计不足20%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623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连锁化率较低: 单体店占主导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943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区域集中: 一线城市竞争激烈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263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资本入场: 知名企业家投资布局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💰 资本动态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</a:defRPr>
            </a:pPr>
            <a:r>
              <a:t>我攀攀岩获近千万融资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623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投资人: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623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王石(万科创始人) + 周鸿祎(360创始人)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投资逻辑: 看好青少年培训赛道 + 健康生活方式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《2023中国攀岩行业分析报告》、21经济网、36氪、新浪财经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用户画像与消费行为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43000"/>
          <a:ext cx="45720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女性占比49.4%，在体育项目中较为罕见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👥 用户基础画像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600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年龄: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25-35岁为主力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842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学历: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高学历人群为主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68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职业: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白领、都市年轻人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75234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地域: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一二线城市集中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36391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收入: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0000"/>
                </a:solidFill>
              </a:defRPr>
            </a:pPr>
            <a:r>
              <a:t>中高收入群体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💳 消费行为特征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零糖社交: 追求独立空间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074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成就感驱动: 完成线路的满足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745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社交分享: 拍照打卡需求强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50840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高频次: 月均签到可达11次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050"/>
                </a:solidFill>
              </a:defRPr>
            </a:pPr>
            <a:r>
              <a:t>👨‍👩‍👧 青少年家长画像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20-50万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50-100万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842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28.8%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3682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100万+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368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约40%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752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20万以上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752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050"/>
                </a:solidFill>
              </a:defRPr>
            </a:pPr>
            <a:r>
              <a:t>~60% (合计)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消费特征: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高客单价: 200-500元/节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90448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高续费率: 约50%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242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长消费周期: 5-10年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5811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• 升学背景: 申请留学加分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💰 消费金额参考: 单次100-150元  |  月卡300-600元  |  年卡3000-4000元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《2023中国攀岩行业分析报告》、《2024中国攀岩行业发展报告》、得物白皮书、36氪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五大增长机会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1234440"/>
            <a:ext cx="502920" cy="502920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050"/>
                </a:solidFill>
              </a:defRPr>
            </a:pPr>
            <a:r>
              <a:t>青少年培训 ⭐⭐⭐⭐⭐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高客单×高续费×快回本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25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课时费200-500元/节，续费率50%，回本周期2年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221992"/>
            <a:ext cx="502920" cy="50292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下沉市场 ⭐⭐⭐⭐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新一线(成都/武汉/西安)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134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增速快、竞争小、成本低，先发优势明显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3209544"/>
            <a:ext cx="502920" cy="50292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30098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552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商场主力店 ⭐⭐⭐⭐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9359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替代传统零售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300984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停留时间长(2-3h)，日均客流可达1000+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4197096"/>
            <a:ext cx="502920" cy="502920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28853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42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女性市场 ⭐⭐⭐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8114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女性占比49.4%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28853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小红书传播力强，'女墙人'标签兴起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" y="5184648"/>
            <a:ext cx="502920" cy="502920"/>
          </a:xfrm>
          <a:prstGeom prst="ellipse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2760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30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F27"/>
                </a:solidFill>
              </a:defRPr>
            </a:pPr>
            <a:r>
              <a:t>企业团建 ⭐⭐⭐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6869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B端高客单价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27608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单次获客10-50人，客单价5000-20000元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577840"/>
            <a:ext cx="11430000" cy="640080"/>
          </a:xfrm>
          <a:prstGeom prst="roundRect">
            <a:avLst/>
          </a:prstGeom>
          <a:solidFill>
            <a:srgbClr val="F0FF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050"/>
                </a:solidFill>
              </a:defRPr>
            </a:pPr>
            <a:r>
              <a:t>📈 市场规模预测: 2025年950-1000家 | 2027年1300-1500家 | 2030年1800-2000家 | 市场容量约3000家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综合行业报告分析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⚠️ 五大风险提示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07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0000"/>
                </a:solidFill>
              </a:defRPr>
            </a:pPr>
            <a:r>
              <a:t>1. 盲目跟风风险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缺乏清晰商业模式就入场，100万+投资可能打水漂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充分尽调、小步试错、验证模式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6400"/>
                </a:solidFill>
              </a:defRPr>
            </a:pPr>
            <a:r>
              <a:t>2. 高投入长周期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单店投资100-400万，回本周期3-5年，资金链压力大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控制规模、预留资金、设定止损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5468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27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6400"/>
                </a:solidFill>
              </a:defRPr>
            </a:pPr>
            <a:r>
              <a:t>3. 人才短缺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专业教练、定线员供不应求，教学质量参差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建立培养体系、提高薪酬、降低流动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00"/>
                </a:solidFill>
              </a:defRPr>
            </a:pPr>
            <a:r>
              <a:t>4. 市场竞争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一线城市趋于饱和，获客成本上升，价格战激烈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差异化定位、下沉市场、价值竞争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74920"/>
            <a:ext cx="11430000" cy="868680"/>
          </a:xfrm>
          <a:prstGeom prst="roundRect">
            <a:avLst/>
          </a:prstGeom>
          <a:solidFill>
            <a:srgbClr val="FFF5F5"/>
          </a:solidFill>
          <a:ln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48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9600"/>
                </a:solidFill>
              </a:defRPr>
            </a:pPr>
            <a:r>
              <a:t>5. 政策安全风险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</a:defRPr>
            </a:pPr>
            <a:r>
              <a:t>体育培训监管趋严，安全事故影响全行业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应对: 合规经营、完善保险、重视安全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21经济网、亿邦动力、行业访谈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💡 投资建议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5669280" cy="3200400"/>
          </a:xfrm>
          <a:prstGeom prst="roundRect">
            <a:avLst/>
          </a:prstGeom>
          <a:solidFill>
            <a:srgbClr val="F0FFF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050"/>
                </a:solidFill>
              </a:defRPr>
            </a:pPr>
            <a:r>
              <a:t>对新进入者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优先新一线城市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成都、武汉、西安、杭州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差异化定位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青少年培训/高端会员/大众体验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重视社媒营销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小红书30%+抖音20%+微信20%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控制初期投资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100-150万验证模式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选址优先商场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自然客流大，曝光度高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143000"/>
            <a:ext cx="5669280" cy="3200400"/>
          </a:xfrm>
          <a:prstGeom prst="roundRect">
            <a:avLst/>
          </a:prstGeom>
          <a:solidFill>
            <a:srgbClr val="F0F8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0C0"/>
                </a:solidFill>
              </a:defRPr>
            </a:pPr>
            <a:r>
              <a:t>对现有经营者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发展青少年培训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488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高续费率50%，回本周期2年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加强社群运营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34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提升粘性，降低获客成本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探索多元收入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204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装备零售+企业团建+赛事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区域连锁化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品牌效应+规模经济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</a:defRPr>
            </a:pPr>
            <a:r>
              <a:t>✓ 差异化竞争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92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</a:defRPr>
            </a:pPr>
            <a:r>
              <a:t>避免同质化，建立壁垒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</a:defRPr>
            </a:pPr>
            <a:r>
              <a:t>🎯 关键成功因素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</a:defRPr>
            </a:pPr>
            <a:r>
              <a:t>选址(商场主力店) + 定位(青少年培训优先) + 运营(强社群粘性) + 差异化(避免同质化)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F27"/>
                </a:solidFill>
              </a:defRPr>
            </a:pPr>
            <a:r>
              <a:t>⏰ 投资时机判断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</a:defRPr>
            </a:pPr>
            <a:r>
              <a:t>最早入局者(2020年前)多数已盈利 | 2022-2024新入局者竞争激烈 | 当前进入需更清晰的商业模式和差异化定位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</a:defRPr>
            </a:pPr>
            <a:r>
              <a:t>数据来源: 综合分析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