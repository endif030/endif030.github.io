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大模型在金融/传媒行业的应用情况及趋势分析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08080"/>
                </a:solidFill>
              </a:defRPr>
            </a:pPr>
            <a:r>
              <a:t>基于专家访谈与行业研究的综合分析报告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📊 研究方法: 专家访谈 + 桌面研究 + 最新行业资料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🏦 金融行业: 银行/保险/证券落地案例深度分析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📺 传媒行业: 内容生产/智能审核/数字人应用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🔮 趋势展望: 2024-2025年发展方向与机会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资料时间跨度: 2023-2025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