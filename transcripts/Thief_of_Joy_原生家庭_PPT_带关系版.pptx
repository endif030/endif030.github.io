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【原生家庭】主题笑点详解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 开场钩子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我来自一个 messed up 的家庭。我知道这并不会让我在这个房间里显得特别。我猜你们大多数人也都来自 messed up 的家庭，因为想想看，来自健康家庭的人，他们在外面。和朋友们一起欢笑。但不，不是你们。你们需要专业人士（needed a professional）。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开场引入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 Kevin家的健康争吵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当你还是个孩子的时候，你不会意识到你的家庭 messed up，因为那就是你所知道的一切。对我来说，那是七年级。我在朋友 Kevin 家过夜，Kevin 的爸爸走进客厅说：嘿，今晚谁想看《加勒比海盗》？然后 Kevin 的妈妈跑进来，说：绝对不行，那对他们来说太成熟了。Kevin 爸爸说：但我真的很想看。Kevin 妈妈说：我想你会没事的 Kirk。然后 Kevin 说：我很抱歉让你看到这一幕。那是我听过的最健康的争吵（healthiest disagreement）。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承接1.1：展开童年认知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 页 / 共 17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 父母7天大离婚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我父母在我出生七天的时候就离婚了。所以像大多数孩子一样，我的第一个词是妈妈（mama），但我的接下来五个字（next five words），是她让我告诉你的（told me to tell you）。</a:t>
            </a:r>
            <a:br/>
            <a:r>
              <a:t>【梗：mama + next five words 连读像是 mama told me to tell you】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承接1.2：引入父母离婚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1.4 家庭结构混乱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我妈离过两次婚，我爸离过三次婚，我有四个同父异母的弟弟妹妹（four younger half siblings）。所以总共两个（So two total）。</a:t>
            </a:r>
            <a:br/>
            <a:r>
              <a:t>【梗：四个同父异母，但从完整家庭角度算两个】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承接1.3：展开家庭结构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2 页 / 共 17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1.5 36楼烂地基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我现在36岁了。很多人都觉得，到了36岁，你应该停止把你所有的问题都归咎于父母了。好吧，让我问你这个问题：如果你在一栋地基烂掉的楼（fucked up foundation）里，你觉得在36层（36th floor）会更安全吗？是的，我也不这么认为。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承接1.4：升华原生家庭影响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1.6 ex-stepdad的尴尬命名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上个月我和前继父一起吃饭。这种关系没有一个方便的称呼，因为它本不应该存在。我不知道哪个更好：前继父（former stepdad），还是那个下台的父亲（the dad who stepped down）。我敢肯定德语里一定有个词来形容一个曾经操我妈的男人。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转入继父话题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3 页 / 共 17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1.7 ex-stepdad是sugar daddy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我们仍然花时间在一起的唯一原因是他为每顿饭买单，从技术上讲，这让他成为我的糖爹（sugar daddy），如果非要这么说的话。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承接1.6：展开继父关系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1.8 给继父的婚姻建议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我记得有一次在高中，我继父开车送我。他们肯定刚吵过架，因为他问我：我怎么才能让你妈妈开心？但在那个年龄，我对女人的唯一了解来自互联网。所以我说：我不知道。你试过用舌头拼字母表吗（spelling the alphabet with your tongue）？我延长了那段婚姻六年。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承接1.7：继父故事展开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4 页 / 共 17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1.9 妈妈在eHarmony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但他们现在离婚了。现在我妈在 eHarmony 上。万一你也想操我妈呢（Just in case you want to fuck my mom）。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转入妈妈约会话题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1.10 妈妈的约会反馈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她最近和一个男人约会。我问她，约会怎么样？她说：这么说吧，我们在身体上很兼容（physically compatible）。我说：这么说吧，下次别说了。怎么样？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承接1.9：妈妈约会故事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5 页 / 共 17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1.11 和妈妈的互相伤害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然后她问我，你女朋友怎么样？我说：嗯，她是个喷子（she's a squirter），但我们还能维持（keeping afloat）。互相伤害啊，妈咪（Two can play this game, mommy）。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承接1.10：母子互动升级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1.12 妈妈只约会年长男性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我妈只约会比她年长的男人。所以她很快就快没选择了（running out of options）。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承接1.11：妈妈约会话题继续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6 页 / 共 17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1.13 前男友不举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她向我抱怨她上一个男朋友硬不起来（couldn't get it up）。当我见到他时，我意识到她指的是他的整个身体。</a:t>
            </a:r>
            <a:br/>
            <a:r>
              <a:t>【梗：get it up 通常指勃起，但这里指全身瘫痪】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承接1.12：妈妈约会对象故事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1.14 有钱老男友的电车难题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她和一个男人约会。我真的很喜欢这个男人，因为他很有钱。我猜他就是电车难题（trolley problem）的原版司机。</a:t>
            </a:r>
            <a:br/>
            <a:r>
              <a:t>【梗：为了钱可以牺牲母亲，就像电车难题中选择撞谁】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承接1.13：妈妈约会对象故事2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7 页 / 共 17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1.15 狗的共同抚养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分手非常复杂，因为他们一起领养了一只狗。这只可爱的小狗叫 Reggie。我妈告诉我，他们决定尝试共同抚养（shared custody）这只狗。我告诉她，我说：我敢肯定 Reggie 宁愿被安乐死（prefer to be put down）。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承接1.14：妈妈分手后故事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1.16 Reggie的焦虑和妈妈约会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但她说，他们这样做是为了 Reggie。我妈说，她注意到每当她约会后带新男人回公寓时，Reggie 都会变得非常焦虑和不舒服（anxious and uncomfortable）。所以现在她只在 Reggie 去他爸爸家时才去约会。我说：哦，我要是只博美犬（Pomeranian）就好了。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承接1.15：Reggie故事展开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8 页 / 共 17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1.17 爸爸的糖果trick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我爸经常约会。经常到他都有技巧了。每当他把新女人带进我的生活时，首先他会去 CVS，买一大堆糖果（shitload of candy）。他会把糖果给那个女人，然后她再给我。所以我就会自动信任她，你知道，就像恋童癖一样（like a pedophile）。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转入爸爸话题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1.18 万圣节后遗症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而且这招很管用。我到现在每到万圣节（Halloween）还会对女人过度依恋（overly attached）。</a:t>
            </a:r>
            <a:br/>
            <a:r>
              <a:t>【callback：承接上一条糖果梗，万圣节会收到糖果】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【callback 1.17糖果trick】承接爸爸的糖果技巧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9 页 / 共 17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1.19 爸爸出轨的术语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但每段关系都会结束，因为我爸会出轨。他相信的现在应该叫做非伦理非一夫一妻制（non-ethical non-monogamy）。我们当时不用这些术语。相反，他说：她疯了，儿子（she just went crazy, son）。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承接1.18：爸爸约会话题继续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1.20 遇到ex-stepmom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我小时候我爸再婚了，我和继母很亲近。当然，我们年龄相仿。我们离婚后没有保持联系，但几年前，我在一家杂货店。我转进麦片 aisle，看到我前继母（ex-step-mom）和一个小男孩一起挑麦片。感觉就像遇到了前女友（running into an ex-girlfriend）。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转入继母话题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10 页 / 共 17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1.21 对继母新儿子的嫉妒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说实话，我当时就想：Belinda，这他妈是谁（who the fuck is this）？她说：这是我儿子 Tommy。我说：嘿，伙计。她还戴着我母亲节给她做的通心粉项链（macaroni necklace）吗？还是你只是在假装它很漂亮好操我爸？我希望你喜欢二手货，你这个小婊子（you little bitch）。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承接1.20：继母故事展开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1.22 女友替代妈妈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我有两个继母，我和她们都很亲近，但方式不同。我从来没有把她们看作是我亲生母亲的替代品（replacement）。那是我女朋友的作用（That's what my girlfriend is for）。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承接1.21：继母话题总结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11 页 / 共 17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1.23 妈妈当瑜伽老师反击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当我对事业感到沮丧时，我妈会对我说：你是个演员（you're an actor）。你为什么不演得不那么沮丧呢（act like you're not depressed）？</a:t>
            </a:r>
            <a:br/>
            <a:r>
              <a:t>所以我说：妈，你是个瑜伽老师（you're a yoga teacher）。你为什么不自己去操自己呢（go fuck yourself）？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转入妈妈反击话题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1.24 妈妈握有黑料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我讲太多关于我妈的笑话时要小心，因为她还留着我高中《一千零一夜》（Arabian Nights）演出的所有照片。她可以用一条 Instagram 帖子 cancel 我。如果我太过分，她只会打：你永远是我的小阿里巴巴（you'll always be my little Alibaba）。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承接1.23：妈妈黑料话题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12 页 / 共 17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1.25 爸爸长得帅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我觉得如果你知道我爸也很帅（hot），他的很多行为就更有意义了。我知道我说这个听起来很奇怪，但操你。我必须面对这个。人们见到我爸，他们会说：你爸真帅（your dad's really good looking）。好像我欠他们一个解释似的（Like I owe them an explanation）。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转入爸爸外貌话题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1.26 爸爸传谣言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我记得我爸有一次来初中接我——我的意思是就一次（I mean once）——然后我年级里就开始传谣言说我一定是领养的（adopted）。这真的很伤人，因为那是我爸传的谣言。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承接1.25：爸爸故事展开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13 页 / 共 17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1.27 爸爸睡了手工课老师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这是真事。我爸，我爸曾经睡了我八年级的艺术和手工老师（arts and crafts teacher）。我非常生气，因为那些成绩不重要（those grades don't matter）。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承接1.26：爸爸故事继续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1.28 要求爸爸睡代数老师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他觉得很愧疚。他说：我怎么才能补偿你？我说：你可以操我78岁的代数老师 Breyer 先生（Mr. Breyer）。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承接1.27：爸爸睡老师故事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14 页 / 共 17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1.29 意大利爸爸的家训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我爸是意大利人。所以他总是告诉我：儿子，记住，la famiglia è tutto（家庭就是一切）。Male tua madre è una puttana（你妈妈是婊子）。</a:t>
            </a:r>
            <a:br/>
            <a:r>
              <a:t>我现在还是不知道第二部分是什么意思，但听起来真好听（nice ring to it）。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承接1.28：爸爸身份背景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1.30 爸爸心脏病-遗嘱事件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去年我爸心脏病发作。他想让我下去，好让我看看他的遗嘱（will）。他说：我想让你知道，如果在我到之前出了什么事，我会在你所有演出中以 spirit 的形式出现。我说：哦，就像你生前一样（just like when you were alive）。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转入爸爸心脏病话题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15 页 / 共 17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1.31 Venmo请求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所以我买了下一班飞机。我给我爸发了一个 Venmo 请求（Venmo request）。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承接1.30：爸爸心脏病后续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1.32 爸爸的新女友年龄差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我爸对我说：儿子，你不明白，当我约会同龄的女人时，这让我想起我的死亡（mortality）。我说：好吧，当我看到你约会的女人时，这让我想起 Jeffrey Epstein。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承接1.31：爸爸康复后话题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16 页 / 共 17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1.33 爸爸把遗产给新女友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他想向全家宣布，他要把三分之一的遗产（a third of his estate）给这个新女友。我能看出我妹妹很生气。所以我低声对她说：现在你知道你出生的时候我是什么感受了（now you know how I felt when you were born）。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承接1.32：爸爸新女友话题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1.34 爸爸的劳动价值论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我不得不向她解释：亲爱的，我爸71岁了。如果你给一个71岁的人吹箫（suck a 71 year old's dick），你就能进遗嘱。这叫资本主义（capitalism），亲爱的。我们在干嘛呢？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承接1.33：爸爸遗产话题收尾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