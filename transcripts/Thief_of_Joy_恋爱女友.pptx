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【恋爱女友】主题笑点详解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 免责声明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今晚要讲关于我女朋友的事，但我想小心一点，因为很多男性喜剧演员会注意到他们女朋友或妻子的某些特质，然后在舞台上表现得好像这个特质适用于整个性别。所以我想明确一点，接下来的笑话是关于我女朋友的。我不想用她的真名，所以我们叫她 women 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转入女友话题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2.2 女友是犹太人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Women are Jewish（女人是犹太人），我的也不例外。事实上，我女朋友在 Hasidic（正统犹太教）社区长大。你认识 Hasids 吗？纽约有很多，戴着帽子，留着鬓角。他们总是在火车上看 Torah。每次看到正统犹太教徒看 Torah，我就走过去说：你怎么还没读完？天啊。请在买服装之前看完。你看起来疯了。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承接2.1：展开女友背景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 页 / 共 12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2.3 色盲言论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没关系，我是犹太人。我不觉得我需要这么说，但是你知道，现在有些人会说：我看不见鼻子（I don't see noses）。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承接2.2：犹太人身份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2.4 文化犹太人定义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我不是在很有宗教氛围的环境中长大的，但我认为自己是一个文化上的犹太人（culturally Jewish），这意味着我有普通犹太教的所有肠胃问题、压力和焦虑，但没有上帝甜蜜的安慰（without the sweet comfort of God）。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承接2.3：犹太人身份展开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2 页 / 共 12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2.5 逾越节后的疑惑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庆祝大多数主要的犹太节日。逾越节是我最喜欢的，因为你可以在餐桌上读故事。那是犹太人被法老奴役，然后摩西让瘟疫发生，然后我们逃脱并穿越沙漠40年的故事。我喜欢它，因为它让犹太人看起来很酷，但这也让我有点困惑，因为我们是怎么从穿越沙漠变成现在被称为 generally frail（通常体弱）的呢？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承接2.4：犹太文化展开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2.6 迈阿密度假发现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直到有一天，我和我的犹太女友去迈阿密度假。我们一到海滩，她就说：这里像沙漠一样。我说：天啊，如果犹太人一直在 exaggerating（夸张）这一切呢？我们在路上堵住了。我女朋友说：let my people go（让我的人民走）。海滩有点拥挤。她说：这里有六百万（6 million）人。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承接2.5：犹太女友娇气表现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3 页 / 共 12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2.7 基督教喜剧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是的，你懂了。你想要可爱的笑话？去看基督教喜剧演员（Christian comedian）。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承接2.6：自嘲过渡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2.8 宗教社区和友谊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我确实羡慕宗教人士的社区感。直到我年纪大了才意识到，但一到三十多岁，我就意识到和朋友找时间相聚有多难。有时我周五晚上有空，我会联系朋友，但他们很忙，反之亦然。那就是 Shabbat dinner（安息日晚餐）的作用。犹太人决定每周五需要一个固定的约会，这样他们就能在一起。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承接2.7：宗教社区观察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4 页 / 共 12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2.9 维持友谊的秘诀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看看穆斯林，他们每天应该祈祷五次，但很多时候是一起祈祷。尽管我不相信这些，但我不得不承认，维持友谊的关键似乎是 having hating gay people（一起恨同性恋）。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承接2.8：友谊话题延伸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2.10 女友是第一任正式关系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有时我觉得我有优势，因为我是我女朋友的第一段正式关系。事实上，她对我说话的方式只在第一段正式关系中才会出现。有时晚上，她会转向我说：you're my person（你是我的那个人）。我说：you're last but not least（你最后但并非最不重要）。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转入女友关系话题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5 页 / 共 12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2.11 前女友分手场景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我在大学遇到一个女人，我们约会了五年。五年后，她在中午繁忙的星巴克和我分手，因为她不想我大吵大闹。我说：那你不应该带观众来（brought an audience）。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承接2.10：前任话题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2.12 纹身Larry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我纹了她名字的第一个字母。没成功，她嫁给了别人。我不得不告诉每个约会对象关于我死去的朋友 Larry 的事。\n【梗：L 纹身伪装成纪念死去的朋友 Larry】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承接2.11：纹身故事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6 页 / 共 12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2.13 用专场换纹身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我决定妥协。我说：让我想办法拍一个喜剧专场，在胶片上讲所有关于纹身的笑话。我向她保证，如果这赢不回 Laura，我第二天就去掉。\n【callback：专场名 Thief of Joy 的来源】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承接2.12：纹身冲突升级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2.14 纹身的性影响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我女朋友不给我口交，因为她说看到纹身会想起我前任。我希望我纹在背上，这样她就不会一直试图 peg（肛交）我了。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承接2.13：纹身后果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7 页 / 共 12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2.15 女友的夜惊症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睡眠很困难，因为我女朋友有夜惊症（night terrors）。半夜，我女朋友突然会说：有人闯进来了。我说：在哪里？她说完就睡着了。但我有慢性焦虑（chronic anxiety），所以我整晚都醒着，成为我们两个精神疾病的唯一受害者。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转入女友夜惊话题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2.16 夜惊的强奸犯类比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她完全不记得夜惊。所以早上她翻过身问：你睡得好吗？就像强奸犯问 was it good for you（你爽吗）？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承接2.15：夜惊后果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8 页 / 共 12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2.17 夜惊导致错过真事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有一次半夜，我女朋友从床上爬起来开始收拾行李。我看着手机，凌晨四点。我说：宝贝，你在做夜惊。她说：不，我刚收到短信说我爸在医院。我得马上去机场。我拿起手机说：哪个机场？她说... son of a bitch。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承接2.16：夜惊故事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2.18 要不要孩子的反问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我不知道是否想要孩子。天啊，人们一直问我。我初次见到人，如果和女朋友一起，他们会在一分钟内问：你们想过要孩子吗？我说：这不是闲聊。你打算怎么处理你的遗体（doing with your remains）？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转入孩子话题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9 页 / 共 12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2.19 孩子=袋鼠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我住在纽约，从事娱乐业，我没有有孩子的朋友。所以问我要不要孩子就像问我要不要袋鼠（kangaroo）。是的，我熟悉，但我不知道怎么打。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承接2.18：孩子话题展开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2.20 冻卵和狼人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我女朋友去年冷冻了卵子，这是我的主意。医生展示了她需要注射的一长串针剂。他说：最坏的情况，就像 PMS 的10倍。我说：我不知道那也是计量单位。他说：因为每天她都需要注射雌激素，这就像和狼人约会并注射月亮（injecting the moon）。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承接2.19：冻卵话题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10 页 / 共 12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2.21 冻卵和科学奇迹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我不知道一个女人要有事业需要多少科学奇迹（scientific miracles）。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承接2.20：冻卵话题总结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2.22 阿拉巴马胚胎裁决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5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我们得到了卵子。我很欣慰，直到我读到阿拉巴马那个该死的法官裁定胚胎现在被认为是人。我们国家的发展方向，再有两个裁决我女朋友就要成为19个孩子的妈了（mother of 19）。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承接2.21：政治话题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9224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</a:defRPr>
            </a:pPr>
            <a:r>
              <a:t>第 11 页 / 共 12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2834640"/>
          </a:xfrm>
          <a:prstGeom prst="rect">
            <a:avLst/>
          </a:prstGeom>
          <a:solidFill>
            <a:srgbClr val="6B9BD1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2.23 镜子上的床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我真的想在床上方安装一面镜子，但这只是为了证明我女朋友占了超过一半（taking more than half）。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980B9"/>
                </a:solidFill>
              </a:defRPr>
            </a:pPr>
            <a:r>
              <a:t>→ 转入关系观察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