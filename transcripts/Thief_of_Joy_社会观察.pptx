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54360"/>
                </a:solidFill>
              </a:defRPr>
            </a:pPr>
            <a:r>
              <a:t>【社会观察】主题笑点详解 - Tom Segura Thief of Joy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6.1 进步语言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作为喜剧演员，我想首先是搞笑。但我也想让大家知道我是进步的。这两件事不总是一致，因为进步很大一部分是关于语言的。你想使用更新的语言和术语，因为你想对他人的感受敏感。that's not funny（那不好笑）。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开场-喜剧与进步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6.2 非法移民术语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我有个笑话用 illegal immigrant（非法移民）这个词。进步朋友建议用 undocumented immigrant（无证移民）。我听了，我不是混蛋。我改了。我在全国和加拿大、澳大利亚都用这个词。你知道发生了什么吗？Stopped getting laughs（不好笑了）。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承接6.1：术语例子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6.3 普选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所以我回去找进步朋友说：I'm sorry. Unlike you guys, I have to win the popular vote（抱歉，和你们不同，我必须赢得普选）。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6.4 左派伪装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我的笑话是左派的，但它们 disguised in centrist language（用中间派语言伪装），因为它们需要在加州以外的地方奏效。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6.5 让爸爸投票给Bernie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我努力让我爸给 Bernie Sanders 投票。每次他都说：还有谁支持全民医保？还有谁支持老年医保？Adolf Hitler。我说：not for everybody（不是对所有人）。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承接6.4：爸爸政治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6.6 免费大学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我试图把我71岁的父亲变成社会主义者。我说：给我一个反对免费大学教育的好理由。所以他给我发了一个链接，link to my website（链接到我的网站）。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6.7 喜剧延迟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写笑话需要很多时间。就像看星星，你不是看到星星现在的样子，而是看到它光年前的过去。这就是单口喜剧。我讲的事情好像刚发生，但在现实生活中，我已经完全崩溃了。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承接6.6：创作感悟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6.8 SVU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我想在 Law &amp; Order SVU 上扮演律师。但 NBC 上没人真正说脏话。他们想让所有的强奸和娈童 fun for the whole family（全家都能看）。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承接6.7：媒体观察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6.9 发现尸体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如果你倒垃圾时垃圾桶里有一具尸体，电视上的人会说：I don't remember throwing that away（我不记得扔了那个）。我会说：哦操。天啊。在滴吗？操。我的鞋上有了吗？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承接6.8：电视与现实对比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6.10 CSAM术语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你不能用 child porn（儿童色情）这个词，因为它暗示是双方同意的色情。适当的术语是 child sexual abuse materials（儿童性虐待材料），这很有道理，但 that's a lot to type with one hand（单手打字太长了）。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承接6.9：术语话题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ED6F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6.11 邮件回复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上次我讲这个笑话，15分钟后我收到一封邮件。这个女人简单地写道：儿童色情没什么好笑的。我说：what the fuck did I just tell you about that phrase?（我刚才跟你说了不要用那个词，你他妈没听见吗？）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