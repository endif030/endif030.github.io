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【表演生涯】主题笑点详解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3.1 剧场孩子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我曾经是个 theater kid（戏剧孩子），但你们都能看出来对吧？我手势太多了。连聋人都会说：shut the fuck up（闭嘴）。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开场自嘲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3.2 主持变装比赛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我曾经主持过一场 drag competition（变装比赛）。一个变装皇后让我低调一点。另一个说我在讲笑话前看起来像在对自己说 five, six, seven, eight。获胜的变装皇后叫我 John Mulaney，如果他唯一上瘾的药物是舞台的话。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承接3.1：戏剧身份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3.3 音乐剧学位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我大学学的是音乐剧（musical theater），这就像拥有 imagination（想象力）的博士学位。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承接3.2：学历自嘲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3.4 课程名字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我的课叫 movement（动作）和 voice（声音），还有其他我小时候就已经学过的东西。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承接3.3：课程自嘲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3.5 演员的会计课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我唯一的学术课叫 accounting for actors（演员会计），就像普通会计，但专注于负数。第一课是如何申请失业救济（how to file for unemployment）。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承接3.4：职业自嘲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3.6 观众行为好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每个喜剧俱乐部都对我说：你的观众表现很好。我说：这不是他们第一次在合唱团（not their first time in the ensemble）。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承接3.5：演员经历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3.7 triple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对于非戏剧孩子的人来说，我被称为 triple threat（三重威胁）。威胁一：你会看到的，我能表演。威胁二：我能唱歌。威胁三：我很烦（I'm annoying）。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承接3.6：自嘲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3.8 20万学费梗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谢谢。那个笑话花了我 $200,000（20万美元）。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承接3.7：学费自嘲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3.9 华尔街之狼服务员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我演过《华尔街之狼》，我演 Leonardo DiCaprio 的 waiter（服务员）。所以为了准备这个角色，我当了12年服务员。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承接3.8：演员经历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90C8AC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3.10 extra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这叫 extra work（群演），你在屏幕上但没有台词。你就像 furniture, but with dreams（家具，但有梦想）。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承接3.9：群演经历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