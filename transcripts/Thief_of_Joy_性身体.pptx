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【性身体】主题笑点详解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4.1 爸爸是legs guy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我爸是个 legs guy（腿控）。你知道，男人要么是腿控，要么是屁股控，要么是胸控。我知道把男人这样分类很冒犯。但如果我爸看到高个子女人，他会说：儿子，she's got legs for days（她的腿有好几天那么长）。因为这是在这愚蠢的国家测量腿的唯一方式。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转入身体话题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4.2 英尺的荒谬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作为美国人，你应该每天花一点时间反思我们用 feet（英尺）作为测量单位有多愚蠢。那只是某个人的脚一次。但我们仍用它测量很重要的东西，除了马。马用手（hands）测量。 Feet, hands。他们一定试过...他们一定试过用鸡巴测量。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承接4.1：测量单位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4.3 用阴茎测量的历史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敢打赌他们试过用鸡巴测量。我可以告诉你发生了什么：没人能同意一个鸡巴应该有多长。一开始肯定是平均值，但下半部分男人冲进了国会：什么？我的鸡巴只有半个鸡巴？这不行！于是他们不得不让鸡巴越来越小，直到没人感到不安全。这就是 centimeter（厘米）的由来。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承接4.2：公制起源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4.4 6英寸愿望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我只想要六英寸（six inches）。天啊，我高中时每晚都用 dollar bill（美元钞票）测量我的鸡巴。你知道为什么用美元钞票吗？因为它们差不多六英寸，而且尺子不会弯曲。我花了几个小时用鸡巴拍 George Washington 的脸。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承接4.3：身体焦虑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4.5 华盛顿的回应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他回头看着我说：I cannot tell a lie（我不能撒谎）。你差一美元（You're a buck short）。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承接4.4：华盛顿梗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4.6 特朗普上钞票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我不喜欢特朗普，但我希望把他放在 $1 bill（一美元钞票）上。因为无论你多大，他都会说 huge（巨大）。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承接4.5：政治梗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4.7 高中剧场经历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高中戏剧派对上，所有女人和所有男同性恋开始互相亲热。我会在后面说：whose dick do I have to suck to get some pussy?（我要吸多少鸡巴才能吸到逼？）这太疯狂了。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承接4.6：高中经历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4.8 NYU三人行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我在 NYU 宿舍，和 straight guy Steve（直男史蒂夫）以及 gay Garrison（同性恋加里森）在我的床上讨论电影版 Rent 出了什么问题。突然，直男史蒂夫开始解开我的 cargo shorts（工装短裤）。我说：直男史蒂夫，你在下面干什么？他说：Jamarcus，I'm straight, but I can make you feel amazing（我是直男，但我能让你感觉很棒）。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承接4.7：NYU经历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4.9 口交技巧列举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这不是他的第一次口交。他在用不同的技巧：用手，普通方式，扭转式，rolling the snake（滚蛇），mine climbing a rope（爬绳），Spider-Man（蜘蛛侠），step team（仪仗队）。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承接4.8：三人行细节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4.10 最孤独的时刻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我太沮丧了，史蒂夫直接滑过去开始吸加里森的鸡巴，那已经准备好了。我记得侧身躺着，看着直男史蒂夫猛吸同性恋加里森的大肥鸡巴。天啊，I am so lonely（我太孤独了）。Blackout（昏倒）。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承接4.9：情感反转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4.11 谣言受益者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谣言传回了营地。但下一次戏剧派对，我发现每个人都在说是我吸了史蒂夫的鸡巴。我这辈子从没得到过这么多逼。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承接4.10：谣言结果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4.12 离梦想最近的距离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我试图享受群演工作，但这很难，因为我从未如此接近我想要的一切，却又如此遥远。这就像你一生的挚爱在你身上，getting fucked by Leonardo DiCaprio（被小李子操）。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callback 3.9：华尔街之狼服务员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F4D03F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4.13 事业失意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喜剧进展很好。但我以为我现在会更出名。我不知道我在想什么。高中时没人喜欢我，但也许全球会。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承接4.12：事业反思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