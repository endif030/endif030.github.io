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【生死心理】主题笑点详解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 自杀开头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你有没有试过说服朋友不要自杀，然后意识到你没有任何好理由？你们有些人今晚带他们来了。挺住。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开场-黑色幽默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5.2 地狱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你会下地狱（You'll go to hell）。我年纪大了越来越理解宗教。有时你需要相信有比活着更糟的东西。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5.3 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这些笑话可能对真正自杀的人不敬，但他们今晚不在这里。所以我想让你们享受它，好吗？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5.4 朋友的自杀短信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我的朋友过得很好，但去年很艰难。有一天我醒来，朋友给我发了三条短信：I love you, I'm sorry, goodbye（我爱你，对不起，再见）。我立即打电话，直接转到语音信箱。每次都是：嗨，我是 Alice，请留言，我会回电话。这就是为什么如果你正在考虑自杀，update your voicemail（更新你的语音信箱）。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承接5.3：朋友故事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5.5 通灵师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我曾经打错自杀热线，不小心打给了通灵师。说实话，这就是让我停止自杀的原因。Why would I kill myself right before I'm a movie star?（我为什么要在我成为电影明星前自杀？）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承接5.4：自杀热线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5.6 867-5309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自杀热线现在是988，但我会改成 867-5309。因为万一你想自杀，你会说：天啊，867-5309。我很好，你呢（I'm great, how are you）？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承接5.5：热线号码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5.7 加拿大安乐死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加拿大医保覆盖 taking your own life（结束自己生命）。在美国我们也有，我们叫它 not giving people healthcare（不给人医保）。这是一种延迟释放安乐死。如果你想要更快见效的，你得 become a healthcare CEO（成为医疗公司CEO）。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承接5.6：安乐死话题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5.8 38岁半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我认为我们应该在美国正式合法化安乐死。18岁可以投票，21岁可以喝酒，38岁半。让我们给千禧一代一些期待。38岁半，双倍就是美国平均预期寿命。公平地说：you've seen half, do you want to continue?（你看了一半，想继续吗？）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承接5.7：年龄话题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5.9 12个自杀梗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你们表现得很好。这已经是连续12个自杀笑话了。如果对你来说太多了，试着把它想成一个集体自杀笑话（one mass suicide joke）。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承接5.8：元幽默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5.10 朋友需要我创作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我不想任何人自杀，尤其是我的朋友。I need them creatively（我需要他们来创作）。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5.11 朋友让我当喜剧演员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这是那个让我成为单口喜剧演员的朋友。我们都是挣扎的演员，他们说：你应该试试单口，你很搞笑。所以现在我每周给他们打一次电话，讲一小时新笑话。所以他们现在想自杀了。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5.12 首演夜的父母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我记得我首演夜走出来，差点破功，因为第三排坐着我离婚的父母。我爸眼睛哭得通红，我妈拿着一大束水仙花（daffodils），因为她记得我爸过敏。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【callback 3.10/4.12】演员经历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5.13 纹身冲突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这是那个让我当单口演员的朋友。我们四周年纪念日时，我女朋友说：如果你不打算去掉或遮盖那个纹身，我觉得我们不能在一起了。我说：宝贝，那我的 Larry 笑话怎么办？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【callback 2.12/2.13】纹身话题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5.14 喜剧是礼物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这是礼物，我不认为理所当然。我有时笑着对女朋友说：我能给你讲些新笑话吗？她说：Alexa，set a timer for two minutes（设个两分钟的计时器）。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承接5.13：女友话题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1948A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5.15 女友和心理咨询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我女朋友和我都在做心理咨询。这意味着当我们有分歧时，我们各自看自己的治疗师，然后碰头引用他们的话。她说：我的治疗师说你优先考虑工作而不是共度优质时光。我说：我的治疗师说她可以 beat the shit out of your therapist（把你的治疗师打得屁滚尿流）。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承接5.14：女友话题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