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2025年1月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主要城市岩馆数量TOP6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营收结构占比 (估算)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6858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📊 关键数据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2020年: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400家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首次入奥前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2023年: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636家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+31% 同比增长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2025年1月: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+27.5% 同比增长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5年累计增长: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+102.8%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翻倍以上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发展阶段划分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【萌芽期 1987-2015】小众专业运动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【成长期 2016-2020】入奥推动认知提升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【爆发期 2021至今】奥运效应+社交媒体破圈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🏆 关键里程碑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49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2016年: 国际奥委会宣布攀岩入奥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2020年: 东京奥运会首次设攀岩项目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04418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2024年: 巴黎奥运中国选手夺银，关注度飙升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🏙️ 城市分布特征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一线城市: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密度最高，竞争激烈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上海65家、北京30家领跑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新一线城市: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增速最快，机会显著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成都、武汉、西安增长快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区域分布: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华东华南为主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上海、杭州、深圳密集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西部崛起: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成都、西安表现亮眼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二三线城市渗透率提升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00584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全国数据汇总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全国总计: 811家  |  同比增长: +27.5% (+175家)  |  综合馆占比: 72%  |  配备训练板: 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《2024中国攀岩行业发展报告》、岩点媒体、企查查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💰 价格体系详解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单次体验: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尝鲜用户首选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10次卡: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39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占比36%(下降)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月卡: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78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稳定用户首选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年卡: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忠实用户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青少年课时: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200-500元/节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高价值赛道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企业团建: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5000-20000元/场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B端高客单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📊 会员卡销售趋势变化 (2023→2024)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单次卡: 20% → 29% (↑ 尝鲜用户增多)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10次卡: 45% → 36% (↓ 消费习惯改变)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57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年卡: 占比略有下降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57800"/>
            <a:ext cx="5486400" cy="96012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《2024中国攀岩行业发展报告》、36氪、21经济网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📋 投资明细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场地租赁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00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30-100万/年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84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岩壁建设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842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50-150万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84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68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装修改造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68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68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52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岩点采购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10-30万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523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363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设备设施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363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10-20万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363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2043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流动资金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389120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480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高续费率50%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047488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1389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38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84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普遍水平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705855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972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风险项目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972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5年+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843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位置/运营不佳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运营(社群粘性) + 差异化竞争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21经济网、36氪、行业访谈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