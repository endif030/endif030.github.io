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【原生家庭】主题笑点详解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7EB5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 开场钩子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我来自一个 messed up 的家庭。我知道这并不会让我在这个房间里显得特别。你们需要专业人士（needed a professional）。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开场引入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7EB5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 Kevin家的健康争吵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七年级时我在朋友 Kevin 家过夜...那是我听过的最健康的争吵（healthiest disagreement）。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承接1.1：展开童年认知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7EB5A6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 父母7天大离婚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我父母在我出生七天的时候就离婚了。我的第一个词是妈妈（mama），但我的接下来五个字（next five words）...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承接1.2：引入父母离婚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