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中美岩馆数量对比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中国</c:v>
                </c:pt>
                <c:pt idx="1">
                  <c:v>美国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811</c:v>
                </c:pt>
                <c:pt idx="1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中国岩馆数量增长趋势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2022年</c:v>
                </c:pt>
                <c:pt idx="2">
                  <c:v>2023年</c:v>
                </c:pt>
                <c:pt idx="3">
                  <c:v>2024年</c:v>
                </c:pt>
                <c:pt idx="4">
                  <c:v>2025年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485</c:v>
                </c:pt>
                <c:pt idx="2">
                  <c:v>636</c:v>
                </c:pt>
                <c:pt idx="3">
                  <c:v>700</c:v>
                </c:pt>
                <c:pt idx="4">
                  <c:v>811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主要城市岩馆数量 (估算)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上海</c:v>
                </c:pt>
                <c:pt idx="1">
                  <c:v>北京</c:v>
                </c:pt>
                <c:pt idx="2">
                  <c:v>深圳</c:v>
                </c:pt>
                <c:pt idx="3">
                  <c:v>成都</c:v>
                </c:pt>
                <c:pt idx="4">
                  <c:v>杭州</c:v>
                </c:pt>
                <c:pt idx="5">
                  <c:v>广州</c:v>
                </c:pt>
                <c:pt idx="6">
                  <c:v>武汉</c:v>
                </c:pt>
                <c:pt idx="7">
                  <c:v>西安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18</c:v>
                </c:pt>
                <c:pt idx="5">
                  <c:v>15</c:v>
                </c:pt>
                <c:pt idx="6">
                  <c:v>12</c:v>
                </c:pt>
                <c:pt idx="7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营收结构占比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营收占比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门票收入</c:v>
                </c:pt>
                <c:pt idx="1">
                  <c:v>会员收入</c:v>
                </c:pt>
                <c:pt idx="2">
                  <c:v>课程培训</c:v>
                </c:pt>
                <c:pt idx="3">
                  <c:v>青少年培训</c:v>
                </c:pt>
                <c:pt idx="4">
                  <c:v>装备零售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核心发现与关键结论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中国与美国发展对比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80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市场规模与增长数据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278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74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营收结构与单店模型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22191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7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主要品牌与资本动态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63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消费行为与特征分析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10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上中下游全景梳理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052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52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五大增长机会点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199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投资建议与风险提示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发展阶段: 爆发期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岩馆数量: 811家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B050"/>
                </a:solidFill>
              </a:defRPr>
            </a:pPr>
            <a:r>
              <a:t>同比增速: +27.5%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⚠️ 市场规模: 数据缺失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发展阶段: 成熟期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市场规模: 31亿美元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B050"/>
                </a:solidFill>
              </a:defRPr>
            </a:pPr>
            <a:r>
              <a:t>CAGR: 10.5%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2030预测: 57亿美元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31520" y="393192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💡 关键结论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• 中国数量领先，增速更快(27.5%)</a:t>
            </a:r>
          </a:p>
          <a:p>
            <a:pPr>
              <a:spcAft>
                <a:spcPts val="1200"/>
              </a:spcAft>
              <a:defRPr sz="1400"/>
            </a:pPr>
            <a:r>
              <a:t>• 美国规模领先，发展成熟</a:t>
            </a:r>
          </a:p>
          <a:p>
            <a:pPr>
              <a:spcAft>
                <a:spcPts val="1200"/>
              </a:spcAft>
              <a:defRPr sz="1400"/>
            </a:pPr>
            <a:r>
              <a:t>• 中国市场数据披露不足</a:t>
            </a:r>
          </a:p>
          <a:p>
            <a:pPr>
              <a:spcAft>
                <a:spcPts val="1200"/>
              </a:spcAft>
              <a:defRPr sz="1400"/>
            </a:pPr>
            <a:r>
              <a:t>• 两者处于不同发展阶段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中国市场发展历程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4754880"/>
            <a:ext cx="1371600" cy="457200"/>
          </a:xfrm>
          <a:prstGeom prst="roundRect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482803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2016年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828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宣布入奥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394960"/>
            <a:ext cx="1371600" cy="4572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54681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2020年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4681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东京奥运</a:t>
            </a:r>
          </a:p>
          <a:p>
            <a:r>
              <a:t>400家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6035040"/>
            <a:ext cx="1371600" cy="4572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61081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2024年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6108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巴黎夺牌</a:t>
            </a:r>
          </a:p>
          <a:p>
            <a:r>
              <a:t>811家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中国岩馆城市分布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📊 分布特征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• 一线城市密度最高</a:t>
            </a:r>
          </a:p>
          <a:p>
            <a:pPr>
              <a:spcAft>
                <a:spcPts val="1000"/>
              </a:spcAft>
              <a:defRPr sz="1400"/>
            </a:pPr>
            <a:r>
              <a:t>• 新一线城市增速最快</a:t>
            </a:r>
          </a:p>
          <a:p>
            <a:pPr>
              <a:spcAft>
                <a:spcPts val="1000"/>
              </a:spcAft>
              <a:defRPr sz="1400"/>
            </a:pPr>
            <a:r>
              <a:t>• 华东华南为主要聚集区</a:t>
            </a:r>
          </a:p>
          <a:p>
            <a:pPr>
              <a:spcAft>
                <a:spcPts val="1000"/>
              </a:spcAft>
              <a:defRPr sz="1400"/>
            </a:pPr>
            <a:r>
              <a:t>• 西部城市(成都/西安)崛起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📈 全国总计: 811家  |  同比增长: +27.5%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攀岩馆营收结构分析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💰 价格体系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单次体验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100-150元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10次卡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800-1200元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月卡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300-600元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年卡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3000-4000元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青少年课时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200-500元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企业团建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5000-20000元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FFFAF0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F27"/>
                </a:solidFill>
              </a:defRPr>
            </a:pPr>
            <a:r>
              <a:t>⭐ 青少年培训是高价值赛道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高客单价 × 高续费率(50%) × 快回本(2年)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